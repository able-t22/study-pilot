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Labelled data: inputs x paired with targets y</a:t>
            </a:r>
          </a:p>
          <a:p>
            <a:r>
              <a:t>Regression = continuous output; classification = discrete label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Prediction: y = w.x + b</a:t>
            </a:r>
          </a:p>
          <a:p>
            <a:r>
              <a:t>Loss: mean squared error (MSE)</a:t>
            </a:r>
          </a:p>
          <a:p>
            <a:r>
              <a:t>R squared = fraction of variance explained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Update rule: w = w - alpha * gradient</a:t>
            </a:r>
          </a:p>
          <a:p>
            <a:r>
              <a:t>Learning rate too large -&gt; divergence; too small -&gt; slow</a:t>
            </a:r>
          </a:p>
          <a:p>
            <a:r>
              <a:t>SGD uses mini-batches</a:t>
            </a:r>
          </a:p>
        </p:txBody>
      </p:sp>
      <p:pic>
        <p:nvPicPr>
          <p:cNvPr id="4" name="Picture 3" descr="fig_g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840480"/>
            <a:ext cx="3474720" cy="19545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 and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Sigmoid squashes scores into probabilities</a:t>
            </a:r>
          </a:p>
          <a:p>
            <a:r>
              <a:t>Threshold 0.5 gives the class label</a:t>
            </a:r>
          </a:p>
          <a:p>
            <a:r>
              <a:t>Trained with cross-entropy loss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Overfitting and Regularization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Overfitting: low training error, high validation error</a:t>
            </a:r>
          </a:p>
          <a:p>
            <a:r>
              <a:t>L2 (ridge) shrinks weights; L1 (lasso) creates sparsity</a:t>
            </a:r>
          </a:p>
          <a:p>
            <a:r>
              <a:t>Choose strength by cross-validation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Bias-Variance Tradeoff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Error = bias^2 + variance + noise</a:t>
            </a:r>
          </a:p>
          <a:p>
            <a:r>
              <a:t>High bias -&gt; underfitting; high variance -&gt; overfitting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Neural Networks and Backpropagation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Neuron: weighted sum + non-linear activation (ReLU)</a:t>
            </a:r>
          </a:p>
          <a:p>
            <a:r>
              <a:t>Backpropagation = chain rule applied layer by layer</a:t>
            </a:r>
          </a:p>
          <a:p>
            <a:r>
              <a:t>Gradients feed gradient descent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Precision = TP / (TP + FP); recall = TP / (TP + FN)</a:t>
            </a:r>
          </a:p>
          <a:p>
            <a:r>
              <a:t>F1 = harmonic mean of precision and recall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 with K-Means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Unsupervised: no labels</a:t>
            </a:r>
          </a:p>
          <a:p>
            <a:r>
              <a:t>Assign to nearest centroid, then update centroids</a:t>
            </a:r>
          </a:p>
          <a:p>
            <a:r>
              <a:t>Elbow method helps choose 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